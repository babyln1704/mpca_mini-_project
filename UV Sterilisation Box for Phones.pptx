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4" r:id="rId6"/>
    <p:sldId id="265" r:id="rId7"/>
    <p:sldId id="259" r:id="rId8"/>
    <p:sldId id="266" r:id="rId9"/>
    <p:sldId id="267" r:id="rId10"/>
    <p:sldId id="268" r:id="rId11"/>
    <p:sldId id="26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9888C0-BC65-4CB7-80D2-A574246AB35A}" v="49" dt="2026-04-02T04:57:20.4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05" autoAdjust="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iconchunking_colorful2">
  <dgm:title val="iconchunking_colorful2"/>
  <dgm:desc val="iconchunking_colorful2"/>
  <dgm:catLst>
    <dgm:cat type="Other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</dgm:pt>
    <dgm:pt modelId="{4AF52931-E4CA-4429-AACB-B8747CDB240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Mobile phones carry many germs</a:t>
          </a:r>
        </a:p>
      </dgm:t>
    </dgm:pt>
    <dgm:pt modelId="{67B2FC97-2FAE-4EFE-9DEE-E4216C657F35}" type="parTrans" cxnId="{F82329C8-C3B2-4E9B-9033-528488D72705}">
      <dgm:prSet/>
      <dgm:spPr/>
      <dgm:t>
        <a:bodyPr/>
        <a:lstStyle/>
        <a:p>
          <a:endParaRPr lang="en-US"/>
        </a:p>
      </dgm:t>
    </dgm:pt>
    <dgm:pt modelId="{D86AF01C-9CBC-41F8-9354-48CD82BDFDC9}" type="sibTrans" cxnId="{F82329C8-C3B2-4E9B-9033-528488D72705}">
      <dgm:prSet/>
      <dgm:spPr/>
      <dgm:t>
        <a:bodyPr/>
        <a:lstStyle/>
        <a:p>
          <a:endParaRPr lang="en-US"/>
        </a:p>
      </dgm:t>
    </dgm:pt>
    <dgm:pt modelId="{81BEB84D-9A77-49C6-9301-B3359FCAC75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Need for hygienic cleaning</a:t>
          </a:r>
          <a:endParaRPr lang="en-US" dirty="0"/>
        </a:p>
      </dgm:t>
    </dgm:pt>
    <dgm:pt modelId="{AE4D0D43-0332-4F79-8D35-BCD8C10758AE}" type="parTrans" cxnId="{420EF6C4-7321-43BE-A2FC-253606B1E06A}">
      <dgm:prSet/>
      <dgm:spPr/>
      <dgm:t>
        <a:bodyPr/>
        <a:lstStyle/>
        <a:p>
          <a:endParaRPr lang="en-US"/>
        </a:p>
      </dgm:t>
    </dgm:pt>
    <dgm:pt modelId="{5D260F18-25D2-4074-87F1-7E78DDA61C58}" type="sibTrans" cxnId="{420EF6C4-7321-43BE-A2FC-253606B1E06A}">
      <dgm:prSet/>
      <dgm:spPr/>
      <dgm:t>
        <a:bodyPr/>
        <a:lstStyle/>
        <a:p>
          <a:endParaRPr lang="en-US"/>
        </a:p>
      </dgm:t>
    </dgm:pt>
    <dgm:pt modelId="{BFF9359E-E9B1-4B73-BACC-2C7988765B1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UV technology used for sterilization</a:t>
          </a:r>
        </a:p>
      </dgm:t>
    </dgm:pt>
    <dgm:pt modelId="{6E0A40FA-1B79-4089-8B9A-3BA22865FE4E}" type="parTrans" cxnId="{516EC545-1971-48B3-978C-4756FCDCCFD9}">
      <dgm:prSet/>
      <dgm:spPr/>
      <dgm:t>
        <a:bodyPr/>
        <a:lstStyle/>
        <a:p>
          <a:endParaRPr lang="en-US"/>
        </a:p>
      </dgm:t>
    </dgm:pt>
    <dgm:pt modelId="{1CEF1965-C516-4C44-BAE3-2FA3F5116930}" type="sibTrans" cxnId="{516EC545-1971-48B3-978C-4756FCDCCFD9}">
      <dgm:prSet/>
      <dgm:spPr/>
      <dgm:t>
        <a:bodyPr/>
        <a:lstStyle/>
        <a:p>
          <a:endParaRPr lang="en-US"/>
        </a:p>
      </dgm:t>
    </dgm:pt>
    <dgm:pt modelId="{6F4DA4D9-01DC-439B-8F27-AAA47846B277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  <dgm:pt modelId="{7BD98E3C-315B-4C9C-8D58-D6DB162B58F8}" type="pres">
      <dgm:prSet presAssocID="{4AF52931-E4CA-4429-AACB-B8747CDB2409}" presName="compNode" presStyleCnt="0"/>
      <dgm:spPr/>
    </dgm:pt>
    <dgm:pt modelId="{DD5F79B1-3C2C-4604-AC16-19B868C74020}" type="pres">
      <dgm:prSet presAssocID="{4AF52931-E4CA-4429-AACB-B8747CDB2409}" presName="bgRect" presStyleLbl="bgShp" presStyleIdx="0" presStyleCnt="3"/>
      <dgm:spPr/>
    </dgm:pt>
    <dgm:pt modelId="{B949D2F1-162D-4D02-A732-D01345E22AA4}" type="pres">
      <dgm:prSet presAssocID="{4AF52931-E4CA-4429-AACB-B8747CDB2409}" presName="iconRect" presStyleLbl="node1" presStyleIdx="0" presStyleCnt="3" custScaleX="74494" custScaleY="104499"/>
      <dgm:spPr>
        <a:blipFill>
          <a:blip xmlns:r="http://schemas.openxmlformats.org/officeDocument/2006/relationships" r:embed="rId1"/>
          <a:srcRect/>
          <a:stretch>
            <a:fillRect l="-44000" r="-44000"/>
          </a:stretch>
        </a:blipFill>
        <a:ln>
          <a:noFill/>
        </a:ln>
      </dgm:spPr>
    </dgm:pt>
    <dgm:pt modelId="{B131C359-49F1-4CB8-8E9B-1B1386A2778B}" type="pres">
      <dgm:prSet presAssocID="{4AF52931-E4CA-4429-AACB-B8747CDB2409}" presName="spaceRect" presStyleCnt="0"/>
      <dgm:spPr/>
    </dgm:pt>
    <dgm:pt modelId="{F8F5240A-0D85-485B-9D93-407D1FFAF913}" type="pres">
      <dgm:prSet presAssocID="{4AF52931-E4CA-4429-AACB-B8747CDB2409}" presName="parTx" presStyleLbl="revTx" presStyleIdx="0" presStyleCnt="3">
        <dgm:presLayoutVars>
          <dgm:chMax val="0"/>
          <dgm:chPref val="0"/>
        </dgm:presLayoutVars>
      </dgm:prSet>
      <dgm:spPr/>
    </dgm:pt>
    <dgm:pt modelId="{D8ABCEC2-390B-429B-9081-E082DA5D0427}" type="pres">
      <dgm:prSet presAssocID="{D86AF01C-9CBC-41F8-9354-48CD82BDFDC9}" presName="sibTrans" presStyleCnt="0"/>
      <dgm:spPr/>
    </dgm:pt>
    <dgm:pt modelId="{F2D54F12-8080-4E0C-BD80-92EA1630D084}" type="pres">
      <dgm:prSet presAssocID="{81BEB84D-9A77-49C6-9301-B3359FCAC75F}" presName="compNode" presStyleCnt="0"/>
      <dgm:spPr/>
    </dgm:pt>
    <dgm:pt modelId="{CBA0401E-7684-42C8-839E-D801768D883C}" type="pres">
      <dgm:prSet presAssocID="{81BEB84D-9A77-49C6-9301-B3359FCAC75F}" presName="bgRect" presStyleLbl="bgShp" presStyleIdx="1" presStyleCnt="3"/>
      <dgm:spPr/>
    </dgm:pt>
    <dgm:pt modelId="{EF3B2503-2995-401B-AD2A-8687192014FC}" type="pres">
      <dgm:prSet presAssocID="{81BEB84D-9A77-49C6-9301-B3359FCAC75F}" presName="iconRect" presStyleLbl="node1" presStyleIdx="1" presStyleCnt="3"/>
      <dgm:spPr>
        <a:blipFill>
          <a:blip xmlns:r="http://schemas.openxmlformats.org/officeDocument/2006/relationships" r:embed="rId2"/>
          <a:srcRect/>
          <a:stretch>
            <a:fillRect l="-46000" r="-46000"/>
          </a:stretch>
        </a:blipFill>
        <a:ln>
          <a:noFill/>
        </a:ln>
      </dgm:spPr>
    </dgm:pt>
    <dgm:pt modelId="{69262E9A-AC8B-4E45-B562-DDB0B7EF679B}" type="pres">
      <dgm:prSet presAssocID="{81BEB84D-9A77-49C6-9301-B3359FCAC75F}" presName="spaceRect" presStyleCnt="0"/>
      <dgm:spPr/>
    </dgm:pt>
    <dgm:pt modelId="{686301C7-6BD3-4366-8AD9-2496B2EDF77C}" type="pres">
      <dgm:prSet presAssocID="{81BEB84D-9A77-49C6-9301-B3359FCAC75F}" presName="parTx" presStyleLbl="revTx" presStyleIdx="1" presStyleCnt="3">
        <dgm:presLayoutVars>
          <dgm:chMax val="0"/>
          <dgm:chPref val="0"/>
        </dgm:presLayoutVars>
      </dgm:prSet>
      <dgm:spPr/>
    </dgm:pt>
    <dgm:pt modelId="{6ED4671C-AA9A-4E39-8821-8479FB442A42}" type="pres">
      <dgm:prSet presAssocID="{5D260F18-25D2-4074-87F1-7E78DDA61C58}" presName="sibTrans" presStyleCnt="0"/>
      <dgm:spPr/>
    </dgm:pt>
    <dgm:pt modelId="{73B0EF57-FE6C-4349-B546-40C4671BE0AF}" type="pres">
      <dgm:prSet presAssocID="{BFF9359E-E9B1-4B73-BACC-2C7988765B16}" presName="compNode" presStyleCnt="0"/>
      <dgm:spPr/>
    </dgm:pt>
    <dgm:pt modelId="{5865A6BD-F99C-4927-AA71-14438D8BD5FD}" type="pres">
      <dgm:prSet presAssocID="{BFF9359E-E9B1-4B73-BACC-2C7988765B16}" presName="bgRect" presStyleLbl="bgShp" presStyleIdx="2" presStyleCnt="3"/>
      <dgm:spPr/>
    </dgm:pt>
    <dgm:pt modelId="{F7573F21-6CA6-4D82-A5B8-20E46E8BAE44}" type="pres">
      <dgm:prSet presAssocID="{BFF9359E-E9B1-4B73-BACC-2C7988765B16}" presName="iconRect" presStyleLbl="node1" presStyleIdx="2" presStyleCnt="3"/>
      <dgm:spPr>
        <a:blipFill>
          <a:blip xmlns:r="http://schemas.openxmlformats.org/officeDocument/2006/relationships" r:embed="rId3"/>
          <a:srcRect/>
          <a:stretch>
            <a:fillRect l="-45000" r="-45000"/>
          </a:stretch>
        </a:blipFill>
        <a:ln>
          <a:noFill/>
        </a:ln>
      </dgm:spPr>
    </dgm:pt>
    <dgm:pt modelId="{CFA2DEF1-3E86-45A4-93DF-3F3524CE8FA1}" type="pres">
      <dgm:prSet presAssocID="{BFF9359E-E9B1-4B73-BACC-2C7988765B16}" presName="spaceRect" presStyleCnt="0"/>
      <dgm:spPr/>
    </dgm:pt>
    <dgm:pt modelId="{3A277CF8-63F3-4E73-9A0E-6D37315945D9}" type="pres">
      <dgm:prSet presAssocID="{BFF9359E-E9B1-4B73-BACC-2C7988765B1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57D760D-D278-416A-8A95-E1E5E1AC50DD}" type="presOf" srcId="{BFF9359E-E9B1-4B73-BACC-2C7988765B16}" destId="{3A277CF8-63F3-4E73-9A0E-6D37315945D9}" srcOrd="0" destOrd="0" presId="urn:microsoft.com/office/officeart/2018/2/layout/IconVerticalSolidList"/>
    <dgm:cxn modelId="{0FB2B426-F0E1-46AC-8877-C6BC9AFEAA79}" type="presOf" srcId="{81BEB84D-9A77-49C6-9301-B3359FCAC75F}" destId="{686301C7-6BD3-4366-8AD9-2496B2EDF77C}" srcOrd="0" destOrd="0" presId="urn:microsoft.com/office/officeart/2018/2/layout/IconVerticalSolidList"/>
    <dgm:cxn modelId="{E35E8428-56F2-46AB-9E50-4261F022E415}" type="presOf" srcId="{4AF52931-E4CA-4429-AACB-B8747CDB2409}" destId="{F8F5240A-0D85-485B-9D93-407D1FFAF913}" srcOrd="0" destOrd="0" presId="urn:microsoft.com/office/officeart/2018/2/layout/IconVerticalSolidList"/>
    <dgm:cxn modelId="{516EC545-1971-48B3-978C-4756FCDCCFD9}" srcId="{C7720856-93F0-4CC7-B7FD-2466914A11D4}" destId="{BFF9359E-E9B1-4B73-BACC-2C7988765B16}" srcOrd="2" destOrd="0" parTransId="{6E0A40FA-1B79-4089-8B9A-3BA22865FE4E}" sibTransId="{1CEF1965-C516-4C44-BAE3-2FA3F5116930}"/>
    <dgm:cxn modelId="{9AA0145A-3FA6-4E40-B6CD-6DB3507FF368}" type="presOf" srcId="{C7720856-93F0-4CC7-B7FD-2466914A11D4}" destId="{6F4DA4D9-01DC-439B-8F27-AAA47846B277}" srcOrd="0" destOrd="0" presId="urn:microsoft.com/office/officeart/2018/2/layout/IconVerticalSolidList"/>
    <dgm:cxn modelId="{420EF6C4-7321-43BE-A2FC-253606B1E06A}" srcId="{C7720856-93F0-4CC7-B7FD-2466914A11D4}" destId="{81BEB84D-9A77-49C6-9301-B3359FCAC75F}" srcOrd="1" destOrd="0" parTransId="{AE4D0D43-0332-4F79-8D35-BCD8C10758AE}" sibTransId="{5D260F18-25D2-4074-87F1-7E78DDA61C58}"/>
    <dgm:cxn modelId="{F82329C8-C3B2-4E9B-9033-528488D72705}" srcId="{C7720856-93F0-4CC7-B7FD-2466914A11D4}" destId="{4AF52931-E4CA-4429-AACB-B8747CDB2409}" srcOrd="0" destOrd="0" parTransId="{67B2FC97-2FAE-4EFE-9DEE-E4216C657F35}" sibTransId="{D86AF01C-9CBC-41F8-9354-48CD82BDFDC9}"/>
    <dgm:cxn modelId="{AFECB7CA-4E50-4F60-A6FB-C3816E8CAB87}" type="presParOf" srcId="{6F4DA4D9-01DC-439B-8F27-AAA47846B277}" destId="{7BD98E3C-315B-4C9C-8D58-D6DB162B58F8}" srcOrd="0" destOrd="0" presId="urn:microsoft.com/office/officeart/2018/2/layout/IconVerticalSolidList"/>
    <dgm:cxn modelId="{A2217810-9D1C-4BC7-BE87-D83BE419F7B1}" type="presParOf" srcId="{7BD98E3C-315B-4C9C-8D58-D6DB162B58F8}" destId="{DD5F79B1-3C2C-4604-AC16-19B868C74020}" srcOrd="0" destOrd="0" presId="urn:microsoft.com/office/officeart/2018/2/layout/IconVerticalSolidList"/>
    <dgm:cxn modelId="{30B94466-A785-41BF-BAD4-03A089615086}" type="presParOf" srcId="{7BD98E3C-315B-4C9C-8D58-D6DB162B58F8}" destId="{B949D2F1-162D-4D02-A732-D01345E22AA4}" srcOrd="1" destOrd="0" presId="urn:microsoft.com/office/officeart/2018/2/layout/IconVerticalSolidList"/>
    <dgm:cxn modelId="{FFB8D8B5-5828-46DD-BA77-13638195E4D6}" type="presParOf" srcId="{7BD98E3C-315B-4C9C-8D58-D6DB162B58F8}" destId="{B131C359-49F1-4CB8-8E9B-1B1386A2778B}" srcOrd="2" destOrd="0" presId="urn:microsoft.com/office/officeart/2018/2/layout/IconVerticalSolidList"/>
    <dgm:cxn modelId="{11227E96-FF77-4F39-8B07-07E8611C740D}" type="presParOf" srcId="{7BD98E3C-315B-4C9C-8D58-D6DB162B58F8}" destId="{F8F5240A-0D85-485B-9D93-407D1FFAF913}" srcOrd="3" destOrd="0" presId="urn:microsoft.com/office/officeart/2018/2/layout/IconVerticalSolidList"/>
    <dgm:cxn modelId="{FFC4B6D5-9F56-4405-843A-09B40CA888A3}" type="presParOf" srcId="{6F4DA4D9-01DC-439B-8F27-AAA47846B277}" destId="{D8ABCEC2-390B-429B-9081-E082DA5D0427}" srcOrd="1" destOrd="0" presId="urn:microsoft.com/office/officeart/2018/2/layout/IconVerticalSolidList"/>
    <dgm:cxn modelId="{16ACC83C-7034-4747-BC5D-1E635B3C6CE7}" type="presParOf" srcId="{6F4DA4D9-01DC-439B-8F27-AAA47846B277}" destId="{F2D54F12-8080-4E0C-BD80-92EA1630D084}" srcOrd="2" destOrd="0" presId="urn:microsoft.com/office/officeart/2018/2/layout/IconVerticalSolidList"/>
    <dgm:cxn modelId="{8B276A48-7CBD-4E21-9430-CF0A09D6C0BD}" type="presParOf" srcId="{F2D54F12-8080-4E0C-BD80-92EA1630D084}" destId="{CBA0401E-7684-42C8-839E-D801768D883C}" srcOrd="0" destOrd="0" presId="urn:microsoft.com/office/officeart/2018/2/layout/IconVerticalSolidList"/>
    <dgm:cxn modelId="{F08383BF-FD60-4A49-AD77-65D910EFB252}" type="presParOf" srcId="{F2D54F12-8080-4E0C-BD80-92EA1630D084}" destId="{EF3B2503-2995-401B-AD2A-8687192014FC}" srcOrd="1" destOrd="0" presId="urn:microsoft.com/office/officeart/2018/2/layout/IconVerticalSolidList"/>
    <dgm:cxn modelId="{9D8D1D89-E527-4484-AD56-92A94FED0B6C}" type="presParOf" srcId="{F2D54F12-8080-4E0C-BD80-92EA1630D084}" destId="{69262E9A-AC8B-4E45-B562-DDB0B7EF679B}" srcOrd="2" destOrd="0" presId="urn:microsoft.com/office/officeart/2018/2/layout/IconVerticalSolidList"/>
    <dgm:cxn modelId="{6BE50CC8-CADE-45A7-BC96-23D75538F39A}" type="presParOf" srcId="{F2D54F12-8080-4E0C-BD80-92EA1630D084}" destId="{686301C7-6BD3-4366-8AD9-2496B2EDF77C}" srcOrd="3" destOrd="0" presId="urn:microsoft.com/office/officeart/2018/2/layout/IconVerticalSolidList"/>
    <dgm:cxn modelId="{159D78D4-1170-4693-834B-E3B0A1E5AA76}" type="presParOf" srcId="{6F4DA4D9-01DC-439B-8F27-AAA47846B277}" destId="{6ED4671C-AA9A-4E39-8821-8479FB442A42}" srcOrd="3" destOrd="0" presId="urn:microsoft.com/office/officeart/2018/2/layout/IconVerticalSolidList"/>
    <dgm:cxn modelId="{0E014224-8D52-4573-89D1-F50AF2BE6748}" type="presParOf" srcId="{6F4DA4D9-01DC-439B-8F27-AAA47846B277}" destId="{73B0EF57-FE6C-4349-B546-40C4671BE0AF}" srcOrd="4" destOrd="0" presId="urn:microsoft.com/office/officeart/2018/2/layout/IconVerticalSolidList"/>
    <dgm:cxn modelId="{ACBC9EF5-3D90-4A12-AA98-CAAF2742426F}" type="presParOf" srcId="{73B0EF57-FE6C-4349-B546-40C4671BE0AF}" destId="{5865A6BD-F99C-4927-AA71-14438D8BD5FD}" srcOrd="0" destOrd="0" presId="urn:microsoft.com/office/officeart/2018/2/layout/IconVerticalSolidList"/>
    <dgm:cxn modelId="{528DEE1A-B9B3-44B7-9915-05F053EAB214}" type="presParOf" srcId="{73B0EF57-FE6C-4349-B546-40C4671BE0AF}" destId="{F7573F21-6CA6-4D82-A5B8-20E46E8BAE44}" srcOrd="1" destOrd="0" presId="urn:microsoft.com/office/officeart/2018/2/layout/IconVerticalSolidList"/>
    <dgm:cxn modelId="{BBB56E6E-28C7-4B11-9E9C-87BF204F01B2}" type="presParOf" srcId="{73B0EF57-FE6C-4349-B546-40C4671BE0AF}" destId="{CFA2DEF1-3E86-45A4-93DF-3F3524CE8FA1}" srcOrd="2" destOrd="0" presId="urn:microsoft.com/office/officeart/2018/2/layout/IconVerticalSolidList"/>
    <dgm:cxn modelId="{109CAEC4-7E84-44CD-AC12-5A4173227651}" type="presParOf" srcId="{73B0EF57-FE6C-4349-B546-40C4671BE0AF}" destId="{3A277CF8-63F3-4E73-9A0E-6D37315945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05/8/layout/cycle2" loCatId="cycle" qsTypeId="urn:microsoft.com/office/officeart/2005/8/quickstyle/simple4" qsCatId="simple" csTypeId="urn:microsoft.com/office/officeart/2005/8/colors/iconchunking_colorful2" csCatId="other" phldr="1"/>
      <dgm:spPr/>
      <dgm:t>
        <a:bodyPr/>
        <a:lstStyle/>
        <a:p>
          <a:endParaRPr lang="en-IN"/>
        </a:p>
      </dgm:t>
    </dgm:pt>
    <dgm:pt modelId="{4AF52931-E4CA-4429-AACB-B8747CDB2409}">
      <dgm:prSet phldrT="[Text]" custT="1"/>
      <dgm:spPr/>
      <dgm:t>
        <a:bodyPr/>
        <a:lstStyle/>
        <a:p>
          <a:r>
            <a:rPr lang="en-US" sz="2400" dirty="0">
              <a:latin typeface="Aptos" panose="020B0004020202020204" pitchFamily="34" charset="0"/>
            </a:rPr>
            <a:t>To design a UV-based sterilization system</a:t>
          </a:r>
          <a:endParaRPr lang="en-US" sz="2400" b="1" dirty="0">
            <a:solidFill>
              <a:schemeClr val="tx1"/>
            </a:solidFill>
            <a:latin typeface="Aptos" panose="020B0004020202020204" pitchFamily="34" charset="0"/>
          </a:endParaRPr>
        </a:p>
      </dgm:t>
    </dgm:pt>
    <dgm:pt modelId="{67B2FC97-2FAE-4EFE-9DEE-E4216C657F35}" type="parTrans" cxnId="{F82329C8-C3B2-4E9B-9033-528488D72705}">
      <dgm:prSet/>
      <dgm:spPr/>
      <dgm:t>
        <a:bodyPr/>
        <a:lstStyle/>
        <a:p>
          <a:endParaRPr lang="en-US" sz="1800" b="1">
            <a:solidFill>
              <a:schemeClr val="tx1"/>
            </a:solidFill>
          </a:endParaRPr>
        </a:p>
      </dgm:t>
    </dgm:pt>
    <dgm:pt modelId="{D86AF01C-9CBC-41F8-9354-48CD82BDFDC9}" type="sibTrans" cxnId="{F82329C8-C3B2-4E9B-9033-528488D72705}">
      <dgm:prSet custT="1"/>
      <dgm:spPr/>
      <dgm:t>
        <a:bodyPr/>
        <a:lstStyle/>
        <a:p>
          <a:endParaRPr lang="en-US" sz="1000" b="1" dirty="0">
            <a:solidFill>
              <a:schemeClr val="tx1"/>
            </a:solidFill>
          </a:endParaRPr>
        </a:p>
      </dgm:t>
    </dgm:pt>
    <dgm:pt modelId="{81BEB84D-9A77-49C6-9301-B3359FCAC75F}">
      <dgm:prSet phldrT="[Text]" custT="1"/>
      <dgm:spPr/>
      <dgm:t>
        <a:bodyPr/>
        <a:lstStyle/>
        <a:p>
          <a:pPr>
            <a:defRPr cap="all"/>
          </a:pPr>
          <a:r>
            <a:rPr lang="en-US" sz="2000" dirty="0">
              <a:latin typeface="Aptos" panose="020B0004020202020204" pitchFamily="34" charset="0"/>
            </a:rPr>
            <a:t>To automate the </a:t>
          </a:r>
          <a:r>
            <a:rPr lang="en-US" sz="2000" dirty="0" err="1">
              <a:latin typeface="Aptos" panose="020B0004020202020204" pitchFamily="34" charset="0"/>
            </a:rPr>
            <a:t>sterilisation</a:t>
          </a:r>
          <a:r>
            <a:rPr lang="en-US" sz="2000" dirty="0">
              <a:latin typeface="Aptos" panose="020B0004020202020204" pitchFamily="34" charset="0"/>
            </a:rPr>
            <a:t> process</a:t>
          </a:r>
          <a:endParaRPr lang="en-US" sz="2000" b="1" dirty="0">
            <a:solidFill>
              <a:schemeClr val="tx1"/>
            </a:solidFill>
            <a:latin typeface="Aptos" panose="020B0004020202020204" pitchFamily="34" charset="0"/>
          </a:endParaRPr>
        </a:p>
      </dgm:t>
    </dgm:pt>
    <dgm:pt modelId="{AE4D0D43-0332-4F79-8D35-BCD8C10758AE}" type="parTrans" cxnId="{420EF6C4-7321-43BE-A2FC-253606B1E06A}">
      <dgm:prSet/>
      <dgm:spPr/>
      <dgm:t>
        <a:bodyPr/>
        <a:lstStyle/>
        <a:p>
          <a:endParaRPr lang="en-US" sz="1800" b="1">
            <a:solidFill>
              <a:schemeClr val="tx1"/>
            </a:solidFill>
          </a:endParaRPr>
        </a:p>
      </dgm:t>
    </dgm:pt>
    <dgm:pt modelId="{5D260F18-25D2-4074-87F1-7E78DDA61C58}" type="sibTrans" cxnId="{420EF6C4-7321-43BE-A2FC-253606B1E06A}">
      <dgm:prSet custT="1"/>
      <dgm:spPr/>
      <dgm:t>
        <a:bodyPr/>
        <a:lstStyle/>
        <a:p>
          <a:endParaRPr lang="en-US" sz="1000" b="1" dirty="0">
            <a:solidFill>
              <a:schemeClr val="tx1"/>
            </a:solidFill>
          </a:endParaRPr>
        </a:p>
      </dgm:t>
    </dgm:pt>
    <dgm:pt modelId="{BFF9359E-E9B1-4B73-BACC-2C7988765B16}">
      <dgm:prSet phldrT="[Text]" custT="1"/>
      <dgm:spPr/>
      <dgm:t>
        <a:bodyPr/>
        <a:lstStyle/>
        <a:p>
          <a:r>
            <a:rPr lang="en-US" sz="2800" dirty="0">
              <a:latin typeface="Aptos" panose="020B0004020202020204" pitchFamily="34" charset="0"/>
            </a:rPr>
            <a:t>To reduce germs on phone surfaces</a:t>
          </a:r>
          <a:endParaRPr lang="en-US" sz="2800" b="1" dirty="0">
            <a:solidFill>
              <a:schemeClr val="tx1"/>
            </a:solidFill>
            <a:latin typeface="Aptos" panose="020B0004020202020204" pitchFamily="34" charset="0"/>
          </a:endParaRPr>
        </a:p>
      </dgm:t>
    </dgm:pt>
    <dgm:pt modelId="{6E0A40FA-1B79-4089-8B9A-3BA22865FE4E}" type="parTrans" cxnId="{516EC545-1971-48B3-978C-4756FCDCCFD9}">
      <dgm:prSet/>
      <dgm:spPr/>
      <dgm:t>
        <a:bodyPr/>
        <a:lstStyle/>
        <a:p>
          <a:endParaRPr lang="en-US" sz="1800" b="1">
            <a:solidFill>
              <a:schemeClr val="tx1"/>
            </a:solidFill>
          </a:endParaRPr>
        </a:p>
      </dgm:t>
    </dgm:pt>
    <dgm:pt modelId="{1CEF1965-C516-4C44-BAE3-2FA3F5116930}" type="sibTrans" cxnId="{516EC545-1971-48B3-978C-4756FCDCCFD9}">
      <dgm:prSet custT="1"/>
      <dgm:spPr/>
      <dgm:t>
        <a:bodyPr/>
        <a:lstStyle/>
        <a:p>
          <a:endParaRPr lang="en-US" sz="1000" b="1" dirty="0">
            <a:solidFill>
              <a:schemeClr val="tx1"/>
            </a:solidFill>
          </a:endParaRPr>
        </a:p>
      </dgm:t>
    </dgm:pt>
    <dgm:pt modelId="{CFF0578C-D7F7-460F-9A5B-2648300DC722}" type="pres">
      <dgm:prSet presAssocID="{C7720856-93F0-4CC7-B7FD-2466914A11D4}" presName="cycle" presStyleCnt="0">
        <dgm:presLayoutVars>
          <dgm:dir/>
          <dgm:resizeHandles val="exact"/>
        </dgm:presLayoutVars>
      </dgm:prSet>
      <dgm:spPr/>
    </dgm:pt>
    <dgm:pt modelId="{8B117542-81F1-4B92-82EC-908599DD2023}" type="pres">
      <dgm:prSet presAssocID="{4AF52931-E4CA-4429-AACB-B8747CDB2409}" presName="node" presStyleLbl="node1" presStyleIdx="0" presStyleCnt="3" custScaleY="130048" custRadScaleRad="95753" custRadScaleInc="1760">
        <dgm:presLayoutVars>
          <dgm:bulletEnabled val="1"/>
        </dgm:presLayoutVars>
      </dgm:prSet>
      <dgm:spPr/>
    </dgm:pt>
    <dgm:pt modelId="{67719278-2171-45C5-8BB2-FABF7B5A3B82}" type="pres">
      <dgm:prSet presAssocID="{D86AF01C-9CBC-41F8-9354-48CD82BDFDC9}" presName="sibTrans" presStyleLbl="sibTrans2D1" presStyleIdx="0" presStyleCnt="3" custFlipVert="0" custFlipHor="0" custScaleX="10303" custScaleY="19555"/>
      <dgm:spPr/>
    </dgm:pt>
    <dgm:pt modelId="{53536233-896B-4CD6-A80D-AA07A5344EF9}" type="pres">
      <dgm:prSet presAssocID="{D86AF01C-9CBC-41F8-9354-48CD82BDFDC9}" presName="connectorText" presStyleLbl="sibTrans2D1" presStyleIdx="0" presStyleCnt="3"/>
      <dgm:spPr/>
    </dgm:pt>
    <dgm:pt modelId="{12634DEF-EB28-4610-9B13-DE68830D508A}" type="pres">
      <dgm:prSet presAssocID="{81BEB84D-9A77-49C6-9301-B3359FCAC75F}" presName="node" presStyleLbl="node1" presStyleIdx="1" presStyleCnt="3" custScaleY="127712">
        <dgm:presLayoutVars>
          <dgm:bulletEnabled val="1"/>
        </dgm:presLayoutVars>
      </dgm:prSet>
      <dgm:spPr/>
    </dgm:pt>
    <dgm:pt modelId="{451E4303-6F5A-46C2-8C5B-2FE1AE9ACF6C}" type="pres">
      <dgm:prSet presAssocID="{5D260F18-25D2-4074-87F1-7E78DDA61C58}" presName="sibTrans" presStyleLbl="sibTrans2D1" presStyleIdx="1" presStyleCnt="3" custFlipVert="1" custFlipHor="0" custScaleX="15221" custScaleY="9049"/>
      <dgm:spPr/>
    </dgm:pt>
    <dgm:pt modelId="{6D33CD08-0864-4178-A749-D36E082CFD38}" type="pres">
      <dgm:prSet presAssocID="{5D260F18-25D2-4074-87F1-7E78DDA61C58}" presName="connectorText" presStyleLbl="sibTrans2D1" presStyleIdx="1" presStyleCnt="3"/>
      <dgm:spPr/>
    </dgm:pt>
    <dgm:pt modelId="{50F60CD2-A400-4158-B8EA-358853D7B1C9}" type="pres">
      <dgm:prSet presAssocID="{BFF9359E-E9B1-4B73-BACC-2C7988765B16}" presName="node" presStyleLbl="node1" presStyleIdx="2" presStyleCnt="3" custScaleY="130771">
        <dgm:presLayoutVars>
          <dgm:bulletEnabled val="1"/>
        </dgm:presLayoutVars>
      </dgm:prSet>
      <dgm:spPr/>
    </dgm:pt>
    <dgm:pt modelId="{D0B7038B-092B-4802-840E-2BFF28F2E64A}" type="pres">
      <dgm:prSet presAssocID="{1CEF1965-C516-4C44-BAE3-2FA3F5116930}" presName="sibTrans" presStyleLbl="sibTrans2D1" presStyleIdx="2" presStyleCnt="3" custFlipVert="0" custFlipHor="1" custScaleX="25428" custScaleY="7272"/>
      <dgm:spPr/>
    </dgm:pt>
    <dgm:pt modelId="{CE36E7EA-50B1-499B-83FF-3F87779BA0A2}" type="pres">
      <dgm:prSet presAssocID="{1CEF1965-C516-4C44-BAE3-2FA3F5116930}" presName="connectorText" presStyleLbl="sibTrans2D1" presStyleIdx="2" presStyleCnt="3"/>
      <dgm:spPr/>
    </dgm:pt>
  </dgm:ptLst>
  <dgm:cxnLst>
    <dgm:cxn modelId="{A0728000-2279-4A19-A82D-A826DB9B36C1}" type="presOf" srcId="{5D260F18-25D2-4074-87F1-7E78DDA61C58}" destId="{451E4303-6F5A-46C2-8C5B-2FE1AE9ACF6C}" srcOrd="0" destOrd="0" presId="urn:microsoft.com/office/officeart/2005/8/layout/cycle2"/>
    <dgm:cxn modelId="{CB0CD716-BE90-4C78-91C1-59C04F4FDB51}" type="presOf" srcId="{81BEB84D-9A77-49C6-9301-B3359FCAC75F}" destId="{12634DEF-EB28-4610-9B13-DE68830D508A}" srcOrd="0" destOrd="0" presId="urn:microsoft.com/office/officeart/2005/8/layout/cycle2"/>
    <dgm:cxn modelId="{EED47825-64DE-4FF4-BCE1-560F4408EBB4}" type="presOf" srcId="{5D260F18-25D2-4074-87F1-7E78DDA61C58}" destId="{6D33CD08-0864-4178-A749-D36E082CFD38}" srcOrd="1" destOrd="0" presId="urn:microsoft.com/office/officeart/2005/8/layout/cycle2"/>
    <dgm:cxn modelId="{6FF33332-DDAB-48AD-9B79-B062E942A55C}" type="presOf" srcId="{1CEF1965-C516-4C44-BAE3-2FA3F5116930}" destId="{CE36E7EA-50B1-499B-83FF-3F87779BA0A2}" srcOrd="1" destOrd="0" presId="urn:microsoft.com/office/officeart/2005/8/layout/cycle2"/>
    <dgm:cxn modelId="{516EC545-1971-48B3-978C-4756FCDCCFD9}" srcId="{C7720856-93F0-4CC7-B7FD-2466914A11D4}" destId="{BFF9359E-E9B1-4B73-BACC-2C7988765B16}" srcOrd="2" destOrd="0" parTransId="{6E0A40FA-1B79-4089-8B9A-3BA22865FE4E}" sibTransId="{1CEF1965-C516-4C44-BAE3-2FA3F5116930}"/>
    <dgm:cxn modelId="{56C92372-A108-498D-9874-AC1A6826DA72}" type="presOf" srcId="{D86AF01C-9CBC-41F8-9354-48CD82BDFDC9}" destId="{53536233-896B-4CD6-A80D-AA07A5344EF9}" srcOrd="1" destOrd="0" presId="urn:microsoft.com/office/officeart/2005/8/layout/cycle2"/>
    <dgm:cxn modelId="{7E86857E-526C-4D85-A2E5-3C8D05F48364}" type="presOf" srcId="{D86AF01C-9CBC-41F8-9354-48CD82BDFDC9}" destId="{67719278-2171-45C5-8BB2-FABF7B5A3B82}" srcOrd="0" destOrd="0" presId="urn:microsoft.com/office/officeart/2005/8/layout/cycle2"/>
    <dgm:cxn modelId="{97371ABD-A918-4AEC-AD4C-70A9070B734E}" type="presOf" srcId="{4AF52931-E4CA-4429-AACB-B8747CDB2409}" destId="{8B117542-81F1-4B92-82EC-908599DD2023}" srcOrd="0" destOrd="0" presId="urn:microsoft.com/office/officeart/2005/8/layout/cycle2"/>
    <dgm:cxn modelId="{420EF6C4-7321-43BE-A2FC-253606B1E06A}" srcId="{C7720856-93F0-4CC7-B7FD-2466914A11D4}" destId="{81BEB84D-9A77-49C6-9301-B3359FCAC75F}" srcOrd="1" destOrd="0" parTransId="{AE4D0D43-0332-4F79-8D35-BCD8C10758AE}" sibTransId="{5D260F18-25D2-4074-87F1-7E78DDA61C58}"/>
    <dgm:cxn modelId="{F82329C8-C3B2-4E9B-9033-528488D72705}" srcId="{C7720856-93F0-4CC7-B7FD-2466914A11D4}" destId="{4AF52931-E4CA-4429-AACB-B8747CDB2409}" srcOrd="0" destOrd="0" parTransId="{67B2FC97-2FAE-4EFE-9DEE-E4216C657F35}" sibTransId="{D86AF01C-9CBC-41F8-9354-48CD82BDFDC9}"/>
    <dgm:cxn modelId="{240427CE-5503-4507-9AAB-5AAB0CA5D52B}" type="presOf" srcId="{1CEF1965-C516-4C44-BAE3-2FA3F5116930}" destId="{D0B7038B-092B-4802-840E-2BFF28F2E64A}" srcOrd="0" destOrd="0" presId="urn:microsoft.com/office/officeart/2005/8/layout/cycle2"/>
    <dgm:cxn modelId="{FF3D82D2-C4A7-4774-8B1C-248DC3678276}" type="presOf" srcId="{C7720856-93F0-4CC7-B7FD-2466914A11D4}" destId="{CFF0578C-D7F7-460F-9A5B-2648300DC722}" srcOrd="0" destOrd="0" presId="urn:microsoft.com/office/officeart/2005/8/layout/cycle2"/>
    <dgm:cxn modelId="{A1A031E7-A00E-44B1-A212-67C595705CD6}" type="presOf" srcId="{BFF9359E-E9B1-4B73-BACC-2C7988765B16}" destId="{50F60CD2-A400-4158-B8EA-358853D7B1C9}" srcOrd="0" destOrd="0" presId="urn:microsoft.com/office/officeart/2005/8/layout/cycle2"/>
    <dgm:cxn modelId="{0E34F841-E9AD-4604-92E3-557E9A2E2DC8}" type="presParOf" srcId="{CFF0578C-D7F7-460F-9A5B-2648300DC722}" destId="{8B117542-81F1-4B92-82EC-908599DD2023}" srcOrd="0" destOrd="0" presId="urn:microsoft.com/office/officeart/2005/8/layout/cycle2"/>
    <dgm:cxn modelId="{E4519218-3D53-4F8D-8C4F-0C0DA02BAB8B}" type="presParOf" srcId="{CFF0578C-D7F7-460F-9A5B-2648300DC722}" destId="{67719278-2171-45C5-8BB2-FABF7B5A3B82}" srcOrd="1" destOrd="0" presId="urn:microsoft.com/office/officeart/2005/8/layout/cycle2"/>
    <dgm:cxn modelId="{3E9D4B5F-9CEF-4D23-88C4-5FF4FF3269E0}" type="presParOf" srcId="{67719278-2171-45C5-8BB2-FABF7B5A3B82}" destId="{53536233-896B-4CD6-A80D-AA07A5344EF9}" srcOrd="0" destOrd="0" presId="urn:microsoft.com/office/officeart/2005/8/layout/cycle2"/>
    <dgm:cxn modelId="{1241BBAC-69D4-456F-9605-0D846A59B72A}" type="presParOf" srcId="{CFF0578C-D7F7-460F-9A5B-2648300DC722}" destId="{12634DEF-EB28-4610-9B13-DE68830D508A}" srcOrd="2" destOrd="0" presId="urn:microsoft.com/office/officeart/2005/8/layout/cycle2"/>
    <dgm:cxn modelId="{5F1D60F0-8BA8-41A8-AC7C-92C1066D1DDD}" type="presParOf" srcId="{CFF0578C-D7F7-460F-9A5B-2648300DC722}" destId="{451E4303-6F5A-46C2-8C5B-2FE1AE9ACF6C}" srcOrd="3" destOrd="0" presId="urn:microsoft.com/office/officeart/2005/8/layout/cycle2"/>
    <dgm:cxn modelId="{8A3E6818-6B35-49E0-86C2-A442762263F6}" type="presParOf" srcId="{451E4303-6F5A-46C2-8C5B-2FE1AE9ACF6C}" destId="{6D33CD08-0864-4178-A749-D36E082CFD38}" srcOrd="0" destOrd="0" presId="urn:microsoft.com/office/officeart/2005/8/layout/cycle2"/>
    <dgm:cxn modelId="{C0E34703-C6B3-4A5D-9892-6A00CCA18C50}" type="presParOf" srcId="{CFF0578C-D7F7-460F-9A5B-2648300DC722}" destId="{50F60CD2-A400-4158-B8EA-358853D7B1C9}" srcOrd="4" destOrd="0" presId="urn:microsoft.com/office/officeart/2005/8/layout/cycle2"/>
    <dgm:cxn modelId="{02F47AFD-15BA-4F2E-B4D5-8FD507D16485}" type="presParOf" srcId="{CFF0578C-D7F7-460F-9A5B-2648300DC722}" destId="{D0B7038B-092B-4802-840E-2BFF28F2E64A}" srcOrd="5" destOrd="0" presId="urn:microsoft.com/office/officeart/2005/8/layout/cycle2"/>
    <dgm:cxn modelId="{1C2BD235-BEAA-4000-B1CB-8E2C34346DC4}" type="presParOf" srcId="{D0B7038B-092B-4802-840E-2BFF28F2E64A}" destId="{CE36E7EA-50B1-499B-83FF-3F87779BA0A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F79B1-3C2C-4604-AC16-19B868C74020}">
      <dsp:nvSpPr>
        <dsp:cNvPr id="0" name=""/>
        <dsp:cNvSpPr/>
      </dsp:nvSpPr>
      <dsp:spPr>
        <a:xfrm>
          <a:off x="0" y="532"/>
          <a:ext cx="4000500" cy="12453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9D2F1-162D-4D02-A732-D01345E22AA4}">
      <dsp:nvSpPr>
        <dsp:cNvPr id="0" name=""/>
        <dsp:cNvSpPr/>
      </dsp:nvSpPr>
      <dsp:spPr>
        <a:xfrm>
          <a:off x="464062" y="265324"/>
          <a:ext cx="510233" cy="715747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44000" r="-44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5240A-0D85-485B-9D93-407D1FFAF913}">
      <dsp:nvSpPr>
        <dsp:cNvPr id="0" name=""/>
        <dsp:cNvSpPr/>
      </dsp:nvSpPr>
      <dsp:spPr>
        <a:xfrm>
          <a:off x="1438358" y="532"/>
          <a:ext cx="2562141" cy="12453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98" tIns="131798" rIns="131798" bIns="13179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Mobile phones carry many germs</a:t>
          </a:r>
        </a:p>
      </dsp:txBody>
      <dsp:txXfrm>
        <a:off x="1438358" y="532"/>
        <a:ext cx="2562141" cy="1245332"/>
      </dsp:txXfrm>
    </dsp:sp>
    <dsp:sp modelId="{CBA0401E-7684-42C8-839E-D801768D883C}">
      <dsp:nvSpPr>
        <dsp:cNvPr id="0" name=""/>
        <dsp:cNvSpPr/>
      </dsp:nvSpPr>
      <dsp:spPr>
        <a:xfrm>
          <a:off x="0" y="1557197"/>
          <a:ext cx="4000500" cy="12453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3B2503-2995-401B-AD2A-8687192014FC}">
      <dsp:nvSpPr>
        <dsp:cNvPr id="0" name=""/>
        <dsp:cNvSpPr/>
      </dsp:nvSpPr>
      <dsp:spPr>
        <a:xfrm>
          <a:off x="376712" y="1837397"/>
          <a:ext cx="684932" cy="684932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46000" r="-46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301C7-6BD3-4366-8AD9-2496B2EDF77C}">
      <dsp:nvSpPr>
        <dsp:cNvPr id="0" name=""/>
        <dsp:cNvSpPr/>
      </dsp:nvSpPr>
      <dsp:spPr>
        <a:xfrm>
          <a:off x="1438358" y="1557197"/>
          <a:ext cx="2562141" cy="12453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98" tIns="131798" rIns="131798" bIns="13179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Need for hygienic cleaning</a:t>
          </a:r>
          <a:endParaRPr lang="en-US" sz="2300" kern="1200" dirty="0"/>
        </a:p>
      </dsp:txBody>
      <dsp:txXfrm>
        <a:off x="1438358" y="1557197"/>
        <a:ext cx="2562141" cy="1245332"/>
      </dsp:txXfrm>
    </dsp:sp>
    <dsp:sp modelId="{5865A6BD-F99C-4927-AA71-14438D8BD5FD}">
      <dsp:nvSpPr>
        <dsp:cNvPr id="0" name=""/>
        <dsp:cNvSpPr/>
      </dsp:nvSpPr>
      <dsp:spPr>
        <a:xfrm>
          <a:off x="0" y="3113862"/>
          <a:ext cx="4000500" cy="12453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73F21-6CA6-4D82-A5B8-20E46E8BAE44}">
      <dsp:nvSpPr>
        <dsp:cNvPr id="0" name=""/>
        <dsp:cNvSpPr/>
      </dsp:nvSpPr>
      <dsp:spPr>
        <a:xfrm>
          <a:off x="376712" y="3394062"/>
          <a:ext cx="684932" cy="684932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45000" r="-45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77CF8-63F3-4E73-9A0E-6D37315945D9}">
      <dsp:nvSpPr>
        <dsp:cNvPr id="0" name=""/>
        <dsp:cNvSpPr/>
      </dsp:nvSpPr>
      <dsp:spPr>
        <a:xfrm>
          <a:off x="1438358" y="3113862"/>
          <a:ext cx="2562141" cy="12453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98" tIns="131798" rIns="131798" bIns="131798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UV technology used for sterilization</a:t>
          </a:r>
        </a:p>
      </dsp:txBody>
      <dsp:txXfrm>
        <a:off x="1438358" y="3113862"/>
        <a:ext cx="2562141" cy="12453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117542-81F1-4B92-82EC-908599DD2023}">
      <dsp:nvSpPr>
        <dsp:cNvPr id="0" name=""/>
        <dsp:cNvSpPr/>
      </dsp:nvSpPr>
      <dsp:spPr>
        <a:xfrm>
          <a:off x="2340530" y="-252433"/>
          <a:ext cx="2198778" cy="2859466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ptos" panose="020B0004020202020204" pitchFamily="34" charset="0"/>
            </a:rPr>
            <a:t>To design a UV-based sterilization system</a:t>
          </a:r>
          <a:endParaRPr lang="en-US" sz="2400" b="1" kern="1200" dirty="0">
            <a:solidFill>
              <a:schemeClr val="tx1"/>
            </a:solidFill>
            <a:latin typeface="Aptos" panose="020B0004020202020204" pitchFamily="34" charset="0"/>
          </a:endParaRPr>
        </a:p>
      </dsp:txBody>
      <dsp:txXfrm>
        <a:off x="2662534" y="166326"/>
        <a:ext cx="1554770" cy="2021948"/>
      </dsp:txXfrm>
    </dsp:sp>
    <dsp:sp modelId="{67719278-2171-45C5-8BB2-FABF7B5A3B82}">
      <dsp:nvSpPr>
        <dsp:cNvPr id="0" name=""/>
        <dsp:cNvSpPr/>
      </dsp:nvSpPr>
      <dsp:spPr>
        <a:xfrm rot="3587700">
          <a:off x="4231809" y="2492843"/>
          <a:ext cx="32332" cy="14511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b="1" kern="1200" dirty="0">
            <a:solidFill>
              <a:schemeClr val="tx1"/>
            </a:solidFill>
          </a:endParaRPr>
        </a:p>
      </dsp:txBody>
      <dsp:txXfrm>
        <a:off x="4234219" y="2517674"/>
        <a:ext cx="22632" cy="87069"/>
      </dsp:txXfrm>
    </dsp:sp>
    <dsp:sp modelId="{12634DEF-EB28-4610-9B13-DE68830D508A}">
      <dsp:nvSpPr>
        <dsp:cNvPr id="0" name=""/>
        <dsp:cNvSpPr/>
      </dsp:nvSpPr>
      <dsp:spPr>
        <a:xfrm>
          <a:off x="3957928" y="2551657"/>
          <a:ext cx="2198778" cy="2808103"/>
        </a:xfrm>
        <a:prstGeom prst="ellipse">
          <a:avLst/>
        </a:prstGeom>
        <a:gradFill rotWithShape="0">
          <a:gsLst>
            <a:gs pos="0">
              <a:schemeClr val="accent2">
                <a:hueOff val="-2187096"/>
                <a:satOff val="-4210"/>
                <a:lumOff val="294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187096"/>
                <a:satOff val="-4210"/>
                <a:lumOff val="294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187096"/>
                <a:satOff val="-4210"/>
                <a:lumOff val="294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>
              <a:latin typeface="Aptos" panose="020B0004020202020204" pitchFamily="34" charset="0"/>
            </a:rPr>
            <a:t>To automate the </a:t>
          </a:r>
          <a:r>
            <a:rPr lang="en-US" sz="2000" kern="1200" dirty="0" err="1">
              <a:latin typeface="Aptos" panose="020B0004020202020204" pitchFamily="34" charset="0"/>
            </a:rPr>
            <a:t>sterilisation</a:t>
          </a:r>
          <a:r>
            <a:rPr lang="en-US" sz="2000" kern="1200" dirty="0">
              <a:latin typeface="Aptos" panose="020B0004020202020204" pitchFamily="34" charset="0"/>
            </a:rPr>
            <a:t> process</a:t>
          </a:r>
          <a:endParaRPr lang="en-US" sz="2000" b="1" kern="1200" dirty="0">
            <a:solidFill>
              <a:schemeClr val="tx1"/>
            </a:solidFill>
            <a:latin typeface="Aptos" panose="020B0004020202020204" pitchFamily="34" charset="0"/>
          </a:endParaRPr>
        </a:p>
      </dsp:txBody>
      <dsp:txXfrm>
        <a:off x="4279932" y="2962894"/>
        <a:ext cx="1554770" cy="1985629"/>
      </dsp:txXfrm>
    </dsp:sp>
    <dsp:sp modelId="{451E4303-6F5A-46C2-8C5B-2FE1AE9ACF6C}">
      <dsp:nvSpPr>
        <dsp:cNvPr id="0" name=""/>
        <dsp:cNvSpPr/>
      </dsp:nvSpPr>
      <dsp:spPr>
        <a:xfrm rot="10800000" flipV="1">
          <a:off x="3378323" y="3922133"/>
          <a:ext cx="89004" cy="6715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2187096"/>
                <a:satOff val="-4210"/>
                <a:lumOff val="294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187096"/>
                <a:satOff val="-4210"/>
                <a:lumOff val="294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187096"/>
                <a:satOff val="-4210"/>
                <a:lumOff val="294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b="1" kern="1200" dirty="0">
            <a:solidFill>
              <a:schemeClr val="tx1"/>
            </a:solidFill>
          </a:endParaRPr>
        </a:p>
      </dsp:txBody>
      <dsp:txXfrm rot="10800000">
        <a:off x="3398468" y="3935563"/>
        <a:ext cx="68859" cy="40291"/>
      </dsp:txXfrm>
    </dsp:sp>
    <dsp:sp modelId="{50F60CD2-A400-4158-B8EA-358853D7B1C9}">
      <dsp:nvSpPr>
        <dsp:cNvPr id="0" name=""/>
        <dsp:cNvSpPr/>
      </dsp:nvSpPr>
      <dsp:spPr>
        <a:xfrm>
          <a:off x="655846" y="2518026"/>
          <a:ext cx="2198778" cy="2875364"/>
        </a:xfrm>
        <a:prstGeom prst="ellipse">
          <a:avLst/>
        </a:prstGeom>
        <a:gradFill rotWithShape="0">
          <a:gsLst>
            <a:gs pos="0">
              <a:schemeClr val="accent2">
                <a:hueOff val="-4374192"/>
                <a:satOff val="-8420"/>
                <a:lumOff val="58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4374192"/>
                <a:satOff val="-8420"/>
                <a:lumOff val="58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4374192"/>
                <a:satOff val="-8420"/>
                <a:lumOff val="58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ptos" panose="020B0004020202020204" pitchFamily="34" charset="0"/>
            </a:rPr>
            <a:t>To reduce germs on phone surfaces</a:t>
          </a:r>
          <a:endParaRPr lang="en-US" sz="2800" b="1" kern="1200" dirty="0">
            <a:solidFill>
              <a:schemeClr val="tx1"/>
            </a:solidFill>
            <a:latin typeface="Aptos" panose="020B0004020202020204" pitchFamily="34" charset="0"/>
          </a:endParaRPr>
        </a:p>
      </dsp:txBody>
      <dsp:txXfrm>
        <a:off x="977850" y="2939113"/>
        <a:ext cx="1554770" cy="2033190"/>
      </dsp:txXfrm>
    </dsp:sp>
    <dsp:sp modelId="{D0B7038B-092B-4802-840E-2BFF28F2E64A}">
      <dsp:nvSpPr>
        <dsp:cNvPr id="0" name=""/>
        <dsp:cNvSpPr/>
      </dsp:nvSpPr>
      <dsp:spPr>
        <a:xfrm rot="3526172" flipH="1">
          <a:off x="2552223" y="2545542"/>
          <a:ext cx="83407" cy="5396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-4374192"/>
                <a:satOff val="-8420"/>
                <a:lumOff val="58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4374192"/>
                <a:satOff val="-8420"/>
                <a:lumOff val="58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4374192"/>
                <a:satOff val="-8420"/>
                <a:lumOff val="58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b="1" kern="1200" dirty="0">
            <a:solidFill>
              <a:schemeClr val="tx1"/>
            </a:solidFill>
          </a:endParaRPr>
        </a:p>
      </dsp:txBody>
      <dsp:txXfrm>
        <a:off x="2564514" y="2563257"/>
        <a:ext cx="67218" cy="32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AEF700-9B0B-4359-8356-DCE7EE4E4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BF05B-06DB-4EC8-B476-CF95F9BD85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D6361-1E3C-4214-95E1-B8DE93421F8F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1952E-79CD-4E03-AAEB-C22680419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CA65F-8548-4E36-8331-FD471638BD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E0281-66A0-46B8-BDE2-AEF0C74537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3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9CFFA-1E2F-4435-8DD6-9B5CC3FF4505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DED1C-4656-4CF8-AD34-DC4A65BB3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42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30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078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719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17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0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0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5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4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24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2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79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18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49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7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2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610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3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99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418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669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640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7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6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70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10.jpg"/><Relationship Id="rId4" Type="http://schemas.openxmlformats.org/officeDocument/2006/relationships/image" Target="../media/image3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jp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391C69-E52F-4DC0-B51A-0DABC548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3C7ED6A-DE7F-4002-9699-B659DE551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48390FD-448E-4FF2-AEE8-C46960568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59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BD259F2-A289-4420-B3EB-BBC6A904F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E7596B-F237-47DD-989E-9D8B0B49B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5" y="1358901"/>
            <a:ext cx="5280026" cy="2730498"/>
          </a:xfrm>
        </p:spPr>
        <p:txBody>
          <a:bodyPr>
            <a:normAutofit/>
          </a:bodyPr>
          <a:lstStyle/>
          <a:p>
            <a:r>
              <a:rPr lang="en-US" i="1" dirty="0"/>
              <a:t>UV </a:t>
            </a:r>
            <a:r>
              <a:rPr lang="en-US" i="1" dirty="0" err="1"/>
              <a:t>Sterilisation</a:t>
            </a:r>
            <a:r>
              <a:rPr lang="en-US" i="1" dirty="0"/>
              <a:t> Box for Phones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3915B-82A1-4F1C-B5C6-3E18DDD97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5" y="4165600"/>
            <a:ext cx="5280027" cy="1371599"/>
          </a:xfrm>
        </p:spPr>
        <p:txBody>
          <a:bodyPr>
            <a:normAutofit/>
          </a:bodyPr>
          <a:lstStyle/>
          <a:p>
            <a:r>
              <a:rPr lang="en-US" b="1" dirty="0"/>
              <a:t>Safety comes first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CB09A3-0D71-7228-9E32-CB8F676CD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5254" y="1219200"/>
            <a:ext cx="4742739" cy="500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0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5" name="Picture 114">
            <a:extLst>
              <a:ext uri="{FF2B5EF4-FFF2-40B4-BE49-F238E27FC236}">
                <a16:creationId xmlns:a16="http://schemas.microsoft.com/office/drawing/2014/main" id="{E3265C2A-0A58-43AD-A406-8F4478E28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357" y="640831"/>
            <a:ext cx="3629179" cy="1573863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Introduction</a:t>
            </a:r>
            <a:endParaRPr lang="en-US" dirty="0"/>
          </a:p>
        </p:txBody>
      </p:sp>
      <p:graphicFrame>
        <p:nvGraphicFramePr>
          <p:cNvPr id="9" name="Content Placeholder 8" descr="Icons">
            <a:extLst>
              <a:ext uri="{FF2B5EF4-FFF2-40B4-BE49-F238E27FC236}">
                <a16:creationId xmlns:a16="http://schemas.microsoft.com/office/drawing/2014/main" id="{8FF6EDB8-0D3A-4193-BDFE-DD56CEA7D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2474318"/>
              </p:ext>
            </p:extLst>
          </p:nvPr>
        </p:nvGraphicFramePr>
        <p:xfrm>
          <a:off x="7788729" y="2073729"/>
          <a:ext cx="4000500" cy="4359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8AC9C18-FB04-18A4-8513-759F98832A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431" y="640831"/>
            <a:ext cx="6858000" cy="579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0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F86BEAF-FD24-4827-AD37-6785EBC9C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C3B8C6B-63CA-4384-8059-2036BE520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F5B52056-26AD-4841-8A16-C1D9E3C09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71B03AA-C0EB-4104-84F8-E1AB8BFBE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247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9C2B723-6C2F-49DE-A429-50BDFD1AD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8B2B72-EB44-4428-96AA-8636E4A4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3373" y="618518"/>
            <a:ext cx="6672886" cy="79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objectives</a:t>
            </a:r>
          </a:p>
        </p:txBody>
      </p:sp>
      <p:graphicFrame>
        <p:nvGraphicFramePr>
          <p:cNvPr id="12" name="Content Placeholder 8" descr="SmartArt">
            <a:extLst>
              <a:ext uri="{FF2B5EF4-FFF2-40B4-BE49-F238E27FC236}">
                <a16:creationId xmlns:a16="http://schemas.microsoft.com/office/drawing/2014/main" id="{392A9BA3-CD8D-4E63-8279-5904B3797DA7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816969011"/>
              </p:ext>
            </p:extLst>
          </p:nvPr>
        </p:nvGraphicFramePr>
        <p:xfrm>
          <a:off x="4465047" y="1600200"/>
          <a:ext cx="6812553" cy="5059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CFF369B-819A-6666-6428-868B87916B3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10"/>
          <a:stretch>
            <a:fillRect/>
          </a:stretch>
        </p:blipFill>
        <p:spPr>
          <a:xfrm>
            <a:off x="112295" y="2231924"/>
            <a:ext cx="3785937" cy="410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36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E630259-2E99-42C6-925A-ED71BD9ED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D7ECD05-B4E0-4A46-AE36-17B3B1B20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065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10643E1-7ABA-4C1E-A734-A26C5D704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32064" y="0"/>
            <a:ext cx="4059936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84C2E87-F60B-91EA-4A32-E2E7B9DDE690}"/>
              </a:ext>
            </a:extLst>
          </p:cNvPr>
          <p:cNvSpPr txBox="1">
            <a:spLocks/>
          </p:cNvSpPr>
          <p:nvPr/>
        </p:nvSpPr>
        <p:spPr>
          <a:xfrm>
            <a:off x="1758255" y="740401"/>
            <a:ext cx="3559836" cy="133531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components</a:t>
            </a:r>
            <a:endParaRPr lang="en-U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71D81A-F3F7-10DE-4DB7-047C3B4AAA5F}"/>
              </a:ext>
            </a:extLst>
          </p:cNvPr>
          <p:cNvSpPr/>
          <p:nvPr/>
        </p:nvSpPr>
        <p:spPr>
          <a:xfrm>
            <a:off x="4659575" y="2341183"/>
            <a:ext cx="325526" cy="526791"/>
          </a:xfrm>
          <a:prstGeom prst="rect">
            <a:avLst/>
          </a:prstGeom>
          <a:ln>
            <a:noFill/>
          </a:ln>
        </p:spPr>
        <p:style>
          <a:lnRef idx="2">
            <a:scrgbClr r="0" g="0" b="0"/>
          </a:lnRef>
          <a:fillRef idx="1">
            <a:schemeClr val="bg1">
              <a:hueOff val="0"/>
              <a:satOff val="0"/>
              <a:lumOff val="0"/>
              <a:alphaOff val="0"/>
            </a:schemeClr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C6880B-044A-9D2B-945D-E8AB6991DF9D}"/>
              </a:ext>
            </a:extLst>
          </p:cNvPr>
          <p:cNvSpPr/>
          <p:nvPr/>
        </p:nvSpPr>
        <p:spPr>
          <a:xfrm>
            <a:off x="1754056" y="2090136"/>
            <a:ext cx="2421276" cy="1157384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bg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6" name="Rectangle 15" descr="Test tubes">
            <a:extLst>
              <a:ext uri="{FF2B5EF4-FFF2-40B4-BE49-F238E27FC236}">
                <a16:creationId xmlns:a16="http://schemas.microsoft.com/office/drawing/2014/main" id="{0D6287B5-A0C2-0C24-882C-2D3C1866296F}"/>
              </a:ext>
            </a:extLst>
          </p:cNvPr>
          <p:cNvSpPr/>
          <p:nvPr/>
        </p:nvSpPr>
        <p:spPr>
          <a:xfrm>
            <a:off x="4603846" y="3656084"/>
            <a:ext cx="436983" cy="50411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802FED-3AF2-66C9-67C1-D9CEB5BFF377}"/>
              </a:ext>
            </a:extLst>
          </p:cNvPr>
          <p:cNvGrpSpPr/>
          <p:nvPr/>
        </p:nvGrpSpPr>
        <p:grpSpPr>
          <a:xfrm>
            <a:off x="5318091" y="3557449"/>
            <a:ext cx="2154030" cy="1066550"/>
            <a:chOff x="991506" y="1305357"/>
            <a:chExt cx="2154030" cy="106655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2DB1860-1588-46BC-33C7-87504C02BF9A}"/>
                </a:ext>
              </a:extLst>
            </p:cNvPr>
            <p:cNvSpPr/>
            <p:nvPr/>
          </p:nvSpPr>
          <p:spPr>
            <a:xfrm>
              <a:off x="991506" y="1305357"/>
              <a:ext cx="2154030" cy="106655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EE1F7FA-F649-A9C1-1B9A-DAE87F9911FF}"/>
                </a:ext>
              </a:extLst>
            </p:cNvPr>
            <p:cNvSpPr txBox="1"/>
            <p:nvPr/>
          </p:nvSpPr>
          <p:spPr>
            <a:xfrm>
              <a:off x="991506" y="1305357"/>
              <a:ext cx="2154030" cy="1066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bg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2877" tIns="112877" rIns="112877" bIns="112877" numCol="1" spcCol="1270" anchor="ctr" anchorCtr="0">
              <a:noAutofit/>
            </a:bodyPr>
            <a:lstStyle/>
            <a:p>
              <a:pPr marL="0" lvl="0" indent="0" algn="l" defTabSz="6223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400" kern="1200" dirty="0"/>
            </a:p>
          </p:txBody>
        </p:sp>
      </p:grpSp>
      <p:sp>
        <p:nvSpPr>
          <p:cNvPr id="19" name="Rectangle 18" descr="Flask">
            <a:extLst>
              <a:ext uri="{FF2B5EF4-FFF2-40B4-BE49-F238E27FC236}">
                <a16:creationId xmlns:a16="http://schemas.microsoft.com/office/drawing/2014/main" id="{A4671200-72F1-3635-AB61-B87767BE662E}"/>
              </a:ext>
            </a:extLst>
          </p:cNvPr>
          <p:cNvSpPr/>
          <p:nvPr/>
        </p:nvSpPr>
        <p:spPr>
          <a:xfrm>
            <a:off x="4603846" y="4959646"/>
            <a:ext cx="436983" cy="504111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FC9D143-7AF1-F839-4F95-8DAAF0D9C0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5115" y="240632"/>
            <a:ext cx="3956885" cy="6617367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4A77785C-D2A0-5C55-D00C-1CE207B344BA}"/>
              </a:ext>
            </a:extLst>
          </p:cNvPr>
          <p:cNvSpPr txBox="1">
            <a:spLocks/>
          </p:cNvSpPr>
          <p:nvPr/>
        </p:nvSpPr>
        <p:spPr>
          <a:xfrm>
            <a:off x="1460760" y="2483795"/>
            <a:ext cx="3707844" cy="310490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cap="none" dirty="0"/>
              <a:t>1.Ardino Uno </a:t>
            </a:r>
          </a:p>
          <a:p>
            <a:pPr algn="l"/>
            <a:r>
              <a:rPr lang="en-US" sz="3600" cap="none" dirty="0"/>
              <a:t>2. UV LED strip</a:t>
            </a:r>
          </a:p>
          <a:p>
            <a:pPr algn="l"/>
            <a:r>
              <a:rPr lang="en-US" sz="3600" cap="none" dirty="0"/>
              <a:t>3. Relay module</a:t>
            </a:r>
          </a:p>
          <a:p>
            <a:pPr algn="l"/>
            <a:r>
              <a:rPr lang="en-US" sz="3600" cap="none" dirty="0"/>
              <a:t>4. IR sensors</a:t>
            </a:r>
          </a:p>
          <a:p>
            <a:pPr algn="l"/>
            <a:r>
              <a:rPr lang="en-US" sz="3600" cap="none" dirty="0"/>
              <a:t>5. Limit switch</a:t>
            </a:r>
          </a:p>
          <a:p>
            <a:pPr algn="l"/>
            <a:r>
              <a:rPr lang="en-US" sz="3600" cap="none" dirty="0"/>
              <a:t>6. Power supply</a:t>
            </a:r>
          </a:p>
          <a:p>
            <a:pPr algn="l"/>
            <a:r>
              <a:rPr lang="en-US" sz="3600" cap="none" dirty="0"/>
              <a:t>7. DHT 11 sensor</a:t>
            </a:r>
          </a:p>
        </p:txBody>
      </p:sp>
    </p:spTree>
    <p:extLst>
      <p:ext uri="{BB962C8B-B14F-4D97-AF65-F5344CB8AC3E}">
        <p14:creationId xmlns:p14="http://schemas.microsoft.com/office/powerpoint/2010/main" val="4112772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50DB0-E731-18A3-2214-3381B138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28209-9DE4-ADB3-A1A1-24C4BD984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7BAACFA-126A-9D8C-A89F-978974532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0F3607-EC41-1449-39A7-E29BA264F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BE14EB4-E23E-5D54-3CBC-AAD5311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9B8B530-B0EC-E797-8B70-A2A3A3D2DB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62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3EE037-801B-CFAD-DD33-DE2A791EF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330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D17F11-099E-FE5C-BBF4-E2F301E2A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243C658-0D91-0F35-C880-78954C509522}"/>
              </a:ext>
            </a:extLst>
          </p:cNvPr>
          <p:cNvSpPr txBox="1">
            <a:spLocks/>
          </p:cNvSpPr>
          <p:nvPr/>
        </p:nvSpPr>
        <p:spPr>
          <a:xfrm>
            <a:off x="7749265" y="2294021"/>
            <a:ext cx="3707844" cy="3352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400" cap="none" dirty="0"/>
              <a:t>1. Phones placed inside the box</a:t>
            </a:r>
          </a:p>
          <a:p>
            <a:pPr algn="l"/>
            <a:r>
              <a:rPr lang="en-IN" sz="2400" cap="none" dirty="0"/>
              <a:t>2. Sensors check safety conditions</a:t>
            </a:r>
          </a:p>
          <a:p>
            <a:pPr algn="l"/>
            <a:r>
              <a:rPr lang="en-IN" sz="2400" cap="none" dirty="0"/>
              <a:t>3. UV light turns on</a:t>
            </a:r>
          </a:p>
          <a:p>
            <a:pPr algn="l"/>
            <a:r>
              <a:rPr lang="en-IN" sz="2400" cap="none" dirty="0"/>
              <a:t>4. Runs for a fixed time</a:t>
            </a:r>
          </a:p>
          <a:p>
            <a:pPr algn="l"/>
            <a:r>
              <a:rPr lang="en-IN" sz="2400" cap="none" dirty="0"/>
              <a:t>5. Turns off automatically</a:t>
            </a:r>
          </a:p>
          <a:p>
            <a:pPr marL="457200" indent="-457200" algn="l">
              <a:buAutoNum type="arabicPeriod"/>
            </a:pPr>
            <a:endParaRPr lang="en-US" sz="2400" cap="none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97004DF-AB60-57A0-7A2C-342EF69AFF25}"/>
              </a:ext>
            </a:extLst>
          </p:cNvPr>
          <p:cNvSpPr txBox="1">
            <a:spLocks/>
          </p:cNvSpPr>
          <p:nvPr/>
        </p:nvSpPr>
        <p:spPr>
          <a:xfrm>
            <a:off x="7693816" y="1211179"/>
            <a:ext cx="3487479" cy="789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bg1">
                    <a:lumMod val="50000"/>
                  </a:schemeClr>
                </a:solidFill>
              </a:rPr>
              <a:t>Working principle</a:t>
            </a:r>
          </a:p>
        </p:txBody>
      </p:sp>
      <p:pic>
        <p:nvPicPr>
          <p:cNvPr id="20" name="Content Placeholder 6">
            <a:extLst>
              <a:ext uri="{FF2B5EF4-FFF2-40B4-BE49-F238E27FC236}">
                <a16:creationId xmlns:a16="http://schemas.microsoft.com/office/drawing/2014/main" id="{43D6CF39-E5B1-C2E9-4AA9-4256BEF04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08" y="1708485"/>
            <a:ext cx="6793294" cy="514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15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36FBD272-079C-7139-CB1D-195ACF409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A06817-CB6A-50A0-1AC4-9851578FC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5488441-5071-552B-116C-F25005000F57}"/>
              </a:ext>
            </a:extLst>
          </p:cNvPr>
          <p:cNvSpPr txBox="1">
            <a:spLocks/>
          </p:cNvSpPr>
          <p:nvPr/>
        </p:nvSpPr>
        <p:spPr>
          <a:xfrm>
            <a:off x="7459579" y="640832"/>
            <a:ext cx="4363453" cy="261571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/>
              <a:t>Advantages</a:t>
            </a:r>
          </a:p>
          <a:p>
            <a:pPr algn="l"/>
            <a:endParaRPr lang="en-IN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400" dirty="0"/>
              <a:t>Fast and automatic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400" dirty="0"/>
              <a:t>Chemical-free cleaning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400" dirty="0"/>
              <a:t>Safe for electronics</a:t>
            </a:r>
          </a:p>
          <a:p>
            <a:pPr algn="l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79FC23-A6B2-41A6-BC1C-BCBBD55454CB}"/>
              </a:ext>
            </a:extLst>
          </p:cNvPr>
          <p:cNvSpPr txBox="1">
            <a:spLocks/>
          </p:cNvSpPr>
          <p:nvPr/>
        </p:nvSpPr>
        <p:spPr>
          <a:xfrm>
            <a:off x="7919357" y="3769896"/>
            <a:ext cx="3629179" cy="182565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/>
              <a:t>Applications</a:t>
            </a:r>
          </a:p>
          <a:p>
            <a:pPr algn="l"/>
            <a:endParaRPr lang="en-IN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600" dirty="0"/>
              <a:t>Homes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600" dirty="0"/>
              <a:t>Hospitals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2600" dirty="0"/>
              <a:t>offices</a:t>
            </a:r>
            <a:endParaRPr lang="en-IN" sz="2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4A99B8-1982-B8B2-732D-06330E87C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1" y="1540042"/>
            <a:ext cx="6865639" cy="531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82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5DE2767C-7230-45CB-0385-822AC2E93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0C6FBD-BCA7-1A29-1256-6A7B058B0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769598-04FE-04D8-2392-50B71A73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59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3D6F5-2BE9-291A-27EA-F6D0F1EBA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9D2C9B5-CFBD-FDEC-FC4A-1A2DA54DAA15}"/>
              </a:ext>
            </a:extLst>
          </p:cNvPr>
          <p:cNvSpPr txBox="1">
            <a:spLocks/>
          </p:cNvSpPr>
          <p:nvPr/>
        </p:nvSpPr>
        <p:spPr>
          <a:xfrm>
            <a:off x="997968" y="3074736"/>
            <a:ext cx="5280026" cy="24116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571500" indent="-571500" algn="l">
              <a:buFont typeface="Courier New" panose="02070309020205020404" pitchFamily="49" charset="0"/>
              <a:buChar char="o"/>
            </a:pPr>
            <a:r>
              <a:rPr lang="en-US" cap="non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UV </a:t>
            </a:r>
            <a:r>
              <a:rPr lang="en-US" cap="none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sterilisation</a:t>
            </a:r>
            <a:r>
              <a:rPr lang="en-US" cap="non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is effective</a:t>
            </a:r>
          </a:p>
          <a:p>
            <a:pPr marL="571500" indent="-571500" algn="l">
              <a:buFont typeface="Courier New" panose="02070309020205020404" pitchFamily="49" charset="0"/>
              <a:buChar char="o"/>
            </a:pPr>
            <a:r>
              <a:rPr lang="en-US" cap="non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 ensures safe operation</a:t>
            </a:r>
          </a:p>
          <a:p>
            <a:pPr marL="571500" indent="-571500" algn="l">
              <a:buFont typeface="Courier New" panose="02070309020205020404" pitchFamily="49" charset="0"/>
              <a:buChar char="o"/>
            </a:pPr>
            <a:r>
              <a:rPr lang="en-US" cap="non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Useful for daily hygiene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EC626D7-7182-5D39-6B16-E6CE876F9F8D}"/>
              </a:ext>
            </a:extLst>
          </p:cNvPr>
          <p:cNvSpPr txBox="1">
            <a:spLocks/>
          </p:cNvSpPr>
          <p:nvPr/>
        </p:nvSpPr>
        <p:spPr>
          <a:xfrm>
            <a:off x="1488505" y="1245937"/>
            <a:ext cx="4789490" cy="90370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CONCLUSION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87DAE9-3D9A-740C-3CBE-E92E53A74B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274" y="0"/>
            <a:ext cx="4834726" cy="549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370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AD20AEA-7CAF-4A83-BE2E-EAF010B8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2255CADE-DCE0-447F-B290-2AE78E5E5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2" name="Picture 2">
            <a:extLst>
              <a:ext uri="{FF2B5EF4-FFF2-40B4-BE49-F238E27FC236}">
                <a16:creationId xmlns:a16="http://schemas.microsoft.com/office/drawing/2014/main" id="{240987D2-7FAC-4B65-A97B-0EAADE73B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62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4245587C-701C-48A1-9B6B-10C3DF81A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330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2E5CF545-7AAF-4A13-8871-089E929E8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B77B0A-41A1-428C-897D-2AEE4B4A5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382" y="1358901"/>
            <a:ext cx="3707844" cy="27304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THANK YOU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803F177-BB55-0A5A-3FFE-D6595269E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" y="1490133"/>
            <a:ext cx="6986339" cy="526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1031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C9275B-1E7E-409A-9467-302622C468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BA7D41-7EBD-45D7-AFB8-22EF4BFA6BA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8E52988-C458-4121-9BF8-864CDB291D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UV Sterilisation Box for Phones</Template>
  <TotalTime>42</TotalTime>
  <Words>139</Words>
  <Application>Microsoft Office PowerPoint</Application>
  <PresentationFormat>Widescreen</PresentationFormat>
  <Paragraphs>44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Courier New</vt:lpstr>
      <vt:lpstr>Tw Cen MT</vt:lpstr>
      <vt:lpstr>Droplet</vt:lpstr>
      <vt:lpstr>UV Sterilisation Box for Phones</vt:lpstr>
      <vt:lpstr>Introduction</vt:lpstr>
      <vt:lpstr>objectives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Baby L N</dc:creator>
  <cp:lastModifiedBy>Baby L N</cp:lastModifiedBy>
  <cp:revision>4</cp:revision>
  <dcterms:created xsi:type="dcterms:W3CDTF">2026-04-02T05:07:50Z</dcterms:created>
  <dcterms:modified xsi:type="dcterms:W3CDTF">2026-04-13T00:24:44Z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